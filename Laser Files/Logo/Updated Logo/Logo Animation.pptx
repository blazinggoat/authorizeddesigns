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2C2"/>
    <a:srgbClr val="CBDED3"/>
    <a:srgbClr val="CBBD8F"/>
    <a:srgbClr val="CFCAAF"/>
    <a:srgbClr val="D2C49E"/>
    <a:srgbClr val="C19649"/>
    <a:srgbClr val="3B62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4F9-5EE7-47B7-B965-368EB53A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181099"/>
            <a:ext cx="6864724" cy="3581399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4A1F1-374F-4FC8-89F7-83065EA4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6864724" cy="86837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CB5F-AE9B-4C02-B16F-C462CAFC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1CC-830B-4695-B174-D9E9100A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D43F-E516-4123-A6D8-DB72C3C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6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3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96BE-9AF9-4E97-9204-5B672D79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62200"/>
            <a:ext cx="7696200" cy="24003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F98A-E8AE-4443-9A8C-CB35DEB2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067300"/>
            <a:ext cx="7696200" cy="876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114B-35CB-40C5-BCC8-C5039524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A324-982E-42C4-8002-5F236877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1596-9353-4C1A-972E-6522F2B4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2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0BC9-7469-437A-B92B-0A2627E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87-595C-4649-AF8E-E78307000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25625"/>
            <a:ext cx="4991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E29C-ED37-4DD9-949F-00243426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029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AA34-8CC0-4E5B-8396-0AC7563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F7398-73FE-4D27-AFF9-91BEBFED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0880-10EE-4115-8BBB-13DDF270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5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C9B-D20D-43FA-BA18-D50F86A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699"/>
            <a:ext cx="10625229" cy="11506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F00A-F4EE-40FC-9325-37384042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863" y="1879599"/>
            <a:ext cx="5157787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5DD90-A306-4A8B-A54C-8033B7F7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863" y="2560955"/>
            <a:ext cx="5157787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E0AA-F8F8-4862-B27B-50FAF2F3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2" y="1879599"/>
            <a:ext cx="5183188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BDD6-EDA1-4CE7-9DDC-9D977E12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560955"/>
            <a:ext cx="5183188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4487-D350-4434-A5C7-A96942FF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DC43-E591-42BF-82EE-E4887E4B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CD421-2D00-41DD-A393-4739E38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A8B-0FAF-431C-9657-9003FA03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A2A1-331D-40F8-867B-CE15011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995C1-5121-47B6-AC6D-F60C0FF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E022-9B54-431C-80D5-5D8F2AF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1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B6E5-6347-41F6-85FC-3BF3652D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A93F6-45F8-4453-B5DC-B2F3D5D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64E1-213B-4AF0-80D7-8101EFD5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B5D-E76D-4797-AD77-15625D6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D8D-C9CF-43B2-905D-2368B17A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188" y="914400"/>
            <a:ext cx="5737412" cy="5029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F0C-D14C-46D7-ACDD-1885DDD8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79"/>
            <a:ext cx="4119654" cy="3246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7D8D-72E7-4ABD-BB87-80BB490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C1CE-C8CE-4364-A021-ADC2D647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FA33-09EF-495A-853E-63750CA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023E-952E-40DF-A101-74D2278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E98DD-BF5D-4CCA-8C66-F2A6CE11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86400" y="914400"/>
            <a:ext cx="5791200" cy="5029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2A6-F2C2-4A88-BEE5-2D6CEB52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80"/>
            <a:ext cx="4119654" cy="31715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F755-C7AF-4C50-8CA8-828612A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E175-E818-477C-A3F6-7DD65C12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B8E3-DB91-440B-818F-71E4248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0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C0AF-44D0-4830-AF13-49B8522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4D8C-6045-47B3-9A0C-F2215A90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A9F1-F398-416A-A8C0-0A36D838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F801-C9FB-4A34-8386-BA9FBACC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5176-F6E9-4997-8355-74F2A456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BC807-13E1-4F3F-83FA-FD9BD24F3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86520" y="647699"/>
            <a:ext cx="229108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E2EAA-155E-482E-A2B8-547653B2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2371" y="647699"/>
            <a:ext cx="8120789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4BDC-BDD0-417D-AF7C-516EE556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63EC-23F9-4202-80F3-F8E5508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402D-7367-485B-AEA6-5AB2B820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4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62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EB7D6-B8CB-49E3-874F-2255BEE8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EEAC5-A8AB-4FE8-A270-D70F7DED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506C-52BF-4C05-AD31-7C08B8015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4630-6C67-4A40-A499-CB025B24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E14B-0EE8-4015-809C-DD36B5459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6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 cap="all" spc="300" baseline="0">
          <a:solidFill>
            <a:srgbClr val="FFFFFF"/>
          </a:solidFill>
          <a:highlight>
            <a:srgbClr val="0000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9216-0EE2-8CE8-CD52-3F5ACB94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34779DC-F38C-93F9-0970-F920E7384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C48C3B-FBDF-BCB2-1DD3-82617651D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986" y="2063750"/>
            <a:ext cx="1850028" cy="20764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FCB22E9-3C7C-9956-F6EA-6F0FAFE45A9C}"/>
              </a:ext>
            </a:extLst>
          </p:cNvPr>
          <p:cNvSpPr txBox="1"/>
          <p:nvPr/>
        </p:nvSpPr>
        <p:spPr>
          <a:xfrm>
            <a:off x="5071135" y="1924051"/>
            <a:ext cx="204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D1D2C2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Tell Your </a:t>
            </a:r>
            <a:r>
              <a:rPr lang="en-US" i="1">
                <a:solidFill>
                  <a:srgbClr val="CBBD8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Story</a:t>
            </a:r>
            <a:endParaRPr lang="en-US" i="1" dirty="0">
              <a:solidFill>
                <a:srgbClr val="CBBD8F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F7BB65-CB66-9577-C92B-C3FDE56A75DE}"/>
              </a:ext>
            </a:extLst>
          </p:cNvPr>
          <p:cNvSpPr txBox="1"/>
          <p:nvPr/>
        </p:nvSpPr>
        <p:spPr>
          <a:xfrm>
            <a:off x="5691881" y="3940145"/>
            <a:ext cx="8082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D1D2C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Made in Seattle</a:t>
            </a:r>
          </a:p>
        </p:txBody>
      </p:sp>
    </p:spTree>
    <p:extLst>
      <p:ext uri="{BB962C8B-B14F-4D97-AF65-F5344CB8AC3E}">
        <p14:creationId xmlns:p14="http://schemas.microsoft.com/office/powerpoint/2010/main" val="296926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itationVTI">
  <a:themeElements>
    <a:clrScheme name="Citation">
      <a:dk1>
        <a:sysClr val="windowText" lastClr="000000"/>
      </a:dk1>
      <a:lt1>
        <a:sysClr val="window" lastClr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VTI" id="{4899D957-8B31-4AB5-A19D-CB0353FFB667}" vid="{430294D6-2412-4BD3-B567-F0976EA493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Grandview</vt:lpstr>
      <vt:lpstr>Grandview Display</vt:lpstr>
      <vt:lpstr>CitationVTI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shreekant waphare</dc:creator>
  <cp:lastModifiedBy>shreekant waphare</cp:lastModifiedBy>
  <cp:revision>4</cp:revision>
  <dcterms:created xsi:type="dcterms:W3CDTF">2026-04-25T20:51:35Z</dcterms:created>
  <dcterms:modified xsi:type="dcterms:W3CDTF">2026-04-26T02:51:37Z</dcterms:modified>
</cp:coreProperties>
</file>